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6600" b="1">
                <a:solidFill>
                  <a:srgbClr val="FFDD00"/>
                </a:solidFill>
                <a:latin typeface="Segoe UI Black"/>
              </a:rPr>
              <a:t>CANAL </a:t>
            </a:r>
            <a:r>
              <a:rPr sz="6600" b="1">
                <a:solidFill>
                  <a:srgbClr val="FFFFFF"/>
                </a:solidFill>
                <a:latin typeface="Segoe UI Black"/>
              </a:rPr>
              <a:t>CUP </a:t>
            </a:r>
            <a:r>
              <a:rPr sz="6600" b="1">
                <a:solidFill>
                  <a:srgbClr val="9A9A9A"/>
                </a:solidFill>
                <a:latin typeface="Segoe UI Black"/>
              </a:rPr>
              <a:t>2026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8C8C8"/>
                </a:solidFill>
                <a:latin typeface="Segoe UI"/>
              </a:rPr>
              <a:t>Vivre la Coupe du Monde ensemble, au bureau.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DD00"/>
                </a:solidFill>
                <a:latin typeface="Segoe UI"/>
              </a:rPr>
              <a:t>Pronostics • Équipes • Babyfoot • Quiz • Animations RSE • Bonne ambiance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9A9A9A"/>
                </a:solidFill>
                <a:latin typeface="Segoe UI"/>
              </a:rPr>
              <a:t>Une expérience interne pensée pour tout le monde — même celles et ceux qui détestent le foot.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LE CONSTAT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Un grand événement, et chacun dans son coin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La Coupe du Monde 2026, c'est 1 mois de matchs.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Un moment fédérateur rare… qui d'habitude se vit en silence devant un écran.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Tout le monde n'aime pas le foot.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Les conversations « foot » excluent vite une partie des équipes.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La RSE interne manque souvent de ce qui rassemble vraiment.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On veut du lien, du fun, de la transversalité entre services.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Et si l'événement devenait un terrain de jeu commun ?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Accessible, taquin, par équipes — où l'ambiance compte autant que le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LA VISION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Canal Cup : la Coupe du Monde, version Canal+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Une web-app mobile qui transforme le mois de Coupe du Monde en compétition interne par équipes.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8C8C8"/>
                </a:solidFill>
                <a:latin typeface="Segoe UI"/>
              </a:rPr>
              <a:t>On pronostique, on joue au quiz, au babyfoot, on relève des défis RSE — et chaque point fait gagner son équipe.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2542032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DD00"/>
                </a:solidFill>
                <a:latin typeface="Segoe UI Black"/>
              </a:rPr>
              <a:t>EN BINÔMES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8C8C8"/>
                </a:solidFill>
                <a:latin typeface="Segoe UI"/>
              </a:rPr>
              <a:t>Autant d'équipes</a:t>
            </a:r>
            <a:br/>
            <a:r>
              <a:t>que de duos.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0168" y="3657600"/>
            <a:ext cx="2542032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DD00"/>
                </a:solidFill>
                <a:latin typeface="Segoe UI Black"/>
              </a:rPr>
              <a:t>5 FAÇONS</a:t>
            </a:r>
            <a:br/>
            <a:r>
              <a:t>DE MARQUER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8C8C8"/>
                </a:solidFill>
                <a:latin typeface="Segoe UI"/>
              </a:rPr>
              <a:t>Foot, quiz, babyfoot,</a:t>
            </a:r>
            <a:br/>
            <a:r>
              <a:t>défis, social.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5936" y="3657600"/>
            <a:ext cx="2542032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DD00"/>
                </a:solidFill>
                <a:latin typeface="Segoe UI Black"/>
              </a:rPr>
              <a:t>100% INCLUSIF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8C8C8"/>
                </a:solidFill>
                <a:latin typeface="Segoe UI"/>
              </a:rPr>
              <a:t>Zéro foot requis</a:t>
            </a:r>
            <a:br/>
            <a:r>
              <a:t>pour gagner.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1704" y="3657600"/>
            <a:ext cx="2542032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DD00"/>
                </a:solidFill>
                <a:latin typeface="Segoe UI Black"/>
              </a:rPr>
              <a:t>UN RITUEL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8C8C8"/>
                </a:solidFill>
                <a:latin typeface="Segoe UI"/>
              </a:rPr>
              <a:t>Matinale IA + Mode TV</a:t>
            </a:r>
            <a:br/>
            <a:r>
              <a:t>qui anime la salle.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LE COEUR DU JEU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Tout se joue en équipe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On forme un binôme Canal Cup.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2 personnes max, un capitaine + un code d'invitation. Autant d'équipes que de duos — c'est l'unité de compétition.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Chaque point gagné alimente son équipe.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Pronostics, quiz, babyfoot, défis : tout se consolide au niveau du binôme.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Mais les stats perso restent à soi.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Tes séries, tes scores exacts : ta fierté individuelle, sans pression de groupe.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On ne vote pas pour soi… mais on chambre les autres avec style.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La rivalité bon enfant fait partie du jeu.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LE MOTEUR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5 façons de marquer des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1371600" cy="713232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3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DD00"/>
                </a:solidFill>
                <a:latin typeface="Segoe UI Black"/>
              </a:rPr>
              <a:t>35%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764792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DD00"/>
                </a:solidFill>
                <a:latin typeface="Segoe UI"/>
              </a:rPr>
              <a:t>PRONOSTICS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8C8C8"/>
                </a:solidFill>
                <a:latin typeface="Segoe UI"/>
              </a:rPr>
              <a:t>Score exact +10, bon résultat +5. Pondéré par phase : finale ×3.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24328"/>
            <a:ext cx="1371600" cy="713232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79192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33CC77"/>
                </a:solidFill>
                <a:latin typeface="Segoe UI Black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60604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33CC77"/>
                </a:solidFill>
                <a:latin typeface="Segoe UI"/>
              </a:rPr>
              <a:t>ANIMATIONS RSE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8C8C8"/>
                </a:solidFill>
                <a:latin typeface="Segoe UI"/>
              </a:rPr>
              <a:t>Défis physiques en salle. Participer = minimum 5 pts garantis.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65576"/>
            <a:ext cx="1371600" cy="713232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Black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447288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QUIZ LIVE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8C8C8"/>
                </a:solidFill>
                <a:latin typeface="Segoe UI"/>
              </a:rPr>
              <a:t>Bonne réponse en &lt; 5s : +5 pts. L'énergie du direct.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06824"/>
            <a:ext cx="1371600" cy="713232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6168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 Black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288536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BABYFOOT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8C8C8"/>
                </a:solidFill>
                <a:latin typeface="Segoe UI"/>
              </a:rPr>
              <a:t>Tournoi de table. Chaque victoire rapporte à l'équipe.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148072"/>
            <a:ext cx="1371600" cy="713232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02936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9A9A9A"/>
                </a:solidFill>
                <a:latin typeface="Segoe UI Black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5129784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9A9A9A"/>
                </a:solidFill>
                <a:latin typeface="Segoe UI"/>
              </a:rPr>
              <a:t>SOCIAL (REVIVEZ)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8C8C8"/>
                </a:solidFill>
                <a:latin typeface="Segoe UI"/>
              </a:rPr>
              <a:t>Likes &amp; moments cultes : métrique sociale, hors classement.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114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FEATURE · PRONOSTICS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Pronostique chaque match — même sans rien connaître au foot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Tu donnes ton score, ça se sauvegarde tout seul.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Score exact +10 · bon résultat +5 · bonne différence +3.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Les « tendances bureau » te montrent ce que parient les autres.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% sur victoire / nul / défaite : tu suis la foule si tu hésites.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Des bonus longue durée pour les ambitieux.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Vainqueur de la Coupe (+20), meilleur buteur (+10), série parfaite (+5).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Plus on avance, plus ça compte.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Phase de groupes ×1 → finale ×3. Le suspense monte jusqu'au 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114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FEATURE · QUIZ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Le quiz en direct qui met le feu à la salle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L'animateur lance, tout le monde répond en même temps.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Même question, même chrono synchronisé serveur — pas de triche possible.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20 secondes, 4 réponses, et le bonus rapidité.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Bonne réponse en moins de 5s : +5 pts. Plus lent : +3 pts.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Des questions variées : foot, culture, Canal+, général.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Tout le monde a sa chance, pas seulement les experts.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Un mode « écran géant » pour la projection.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Game-show, gros boutons colorés, révélation spectaculaire.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FEATURES · BABYFOOT &amp; ANIMATIONS RSE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Le jeu sort de l'écran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5074920" cy="40233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FFD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DD00"/>
                </a:solidFill>
                <a:latin typeface="Segoe UI Black"/>
              </a:rPr>
              <a:t>BABYFOOT</a:t>
            </a:r>
          </a:p>
          <a:p>
            <a:pPr algn="l">
              <a:spcAft>
                <a:spcPts val="1000"/>
              </a:spcAft>
            </a:pPr>
            <a:r>
              <a:rPr sz="1300" b="0" i="1">
                <a:solidFill>
                  <a:srgbClr val="9A9A9A"/>
                </a:solidFill>
                <a:latin typeface="Segoe UI"/>
              </a:rPr>
              <a:t>« Moins de VAR, plus de chaos. »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C8C8C8"/>
                </a:solidFill>
                <a:latin typeface="Segoe UI"/>
              </a:rPr>
              <a:t>▸ Tournoi de table entre les binômes.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C8C8C8"/>
                </a:solidFill>
                <a:latin typeface="Segoe UI"/>
              </a:rPr>
              <a:t>▸ Chaque victoire rapporte des points au classement général.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C8C8C8"/>
                </a:solidFill>
                <a:latin typeface="Segoe UI"/>
              </a:rPr>
              <a:t>▸ Le foot le plus inclusif qui soit : tout le monde sait jouer au baby.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83080"/>
            <a:ext cx="5074920" cy="40233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CC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96596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3CC77"/>
                </a:solidFill>
                <a:latin typeface="Segoe UI Black"/>
              </a:rPr>
              <a:t>ANIMATIONS RSE</a:t>
            </a:r>
          </a:p>
          <a:p>
            <a:pPr algn="l">
              <a:spcAft>
                <a:spcPts val="1000"/>
              </a:spcAft>
            </a:pPr>
            <a:r>
              <a:rPr sz="1300" b="0" i="1">
                <a:solidFill>
                  <a:srgbClr val="9A9A9A"/>
                </a:solidFill>
                <a:latin typeface="Segoe UI"/>
              </a:rPr>
              <a:t>Les défis qui rythment la Coupe.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8C8C8"/>
                </a:solidFill>
                <a:latin typeface="Segoe UI"/>
              </a:rPr>
              <a:t>▸ Défis physiques en salle : blind test, penalty, photo, quiz d'équipe…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8C8C8"/>
                </a:solidFill>
                <a:latin typeface="Segoe UI"/>
              </a:rPr>
              <a:t>▸ Tu te présentes à l'animateur, il valide, ça crédite ton équipe.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8C8C8"/>
                </a:solidFill>
                <a:latin typeface="Segoe UI"/>
              </a:rPr>
              <a:t>▸ Participer = au moins 5 points garantis. Ici, l'effort compte.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C8C8C8"/>
                </a:solidFill>
                <a:latin typeface="Segoe UI"/>
              </a:rPr>
              <a:t>▸ Solo ou en groupe (points partagés).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114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FEATURE · CLASSEMENT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Un classement live… et des médailles absurdes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Toutes les équipes au classement, mis à jour après chaque match.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🥇🥈🥉 pour le podium, puis chaque binôme classé + le détail des points par pilier.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Des « médailles absurdes » qui dédramatisent.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Pire prédicteur de la semaine, match le plus mal pronostiqué… on rit de soi.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La compétition reste légère et taquine.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Le but, c'est l'ambiance — pas d'écraser le voisin.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4114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FEATURE · REVIVEZ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Les Archives du VAR : fails, phrases cultes, moments de gloire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Un mur social des meilleurs moments de la Coupe Cup.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Fails 💥 · phrases cultes 💬 · photos 📸 · exploits babyfoot 🏓.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On vote pour les meilleurs — sans algorithme toxique.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Les plus drôles remontent. On lit, on vote, on rit.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Chaque vote reçu = +1 point social pour l'équipe autrice.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Une couche d'engagement qui n'a rien à voir avec le foot.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FEATURE · LA MATINALE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Le rituel quotidien, écrit par l'IA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Chaque matin, un brief unique généré par l'IA (Gemini).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Résumé de la veille, enjeux du jour, classement — comme un édito sportif.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Le « fail du jour » : le moment honteux à ne pas rater.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De quoi lancer les conversations à la machine à café.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Une voix qui anime la compétition, jour après jour.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Le ton est taquin, bon enfant — jamais robotique.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Visible dans l'app, sur l'accueil et en Mode TV.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Un rendez-vous fixe qui crée l'habitude.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FEATURE · MODE TV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L'écran de la salle devient un spectacle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Un diaporama plein écran pour beamer, TV de couloir ou écran de salle.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Les slides tournent automatiquement — zéro manipulation.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Scores en direct, classement, duel du tournoi, animations en cours…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Données rafraîchies en continu. La salle vit au rythme de la Coupe.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Un QR code en permanence pour rejoindre l'app.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On scanne, on est dans le jeu en quelques secondes.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Et l'IA commente l'ambiance en direct.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Bandeau qui pulse selon la tension des matchs.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APERÇU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Le bandeau « Score en direct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783080"/>
            <a:ext cx="7909560" cy="3246120"/>
          </a:xfrm>
          <a:prstGeom prst="roundRect">
            <a:avLst/>
          </a:prstGeom>
          <a:solidFill>
            <a:srgbClr val="161616"/>
          </a:solidFill>
          <a:ln w="19050">
            <a:solidFill>
              <a:srgbClr val="FFD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8880" y="2075688"/>
            <a:ext cx="1828800" cy="45720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● EN DIRECT  ·  67'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09397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9A9A9A"/>
                </a:solidFill>
                <a:latin typeface="Segoe UI"/>
              </a:rPr>
              <a:t>Canal+  •  beIN Sports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7432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egoe UI"/>
              </a:rPr>
              <a:t>🇫🇷</a:t>
            </a:r>
          </a:p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 Black"/>
              </a:rPr>
              <a:t>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834639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FFDD00"/>
                </a:solidFill>
                <a:latin typeface="Segoe UI Black"/>
              </a:rPr>
              <a:t>2  - 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7432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egoe UI"/>
              </a:rPr>
              <a:t>🇧🇷</a:t>
            </a:r>
          </a:p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 Black"/>
              </a:rPr>
              <a:t>BRÉSIL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4251960"/>
            <a:ext cx="7360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8C8C8"/>
                </a:solidFill>
                <a:latin typeface="Segoe UI"/>
              </a:rPr>
              <a:t>⚽ Mbappé 23', 54'                    ⚽ Vinícius Jr 61'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5193792"/>
            <a:ext cx="7909560" cy="566928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Tendance pronos du bureau :   58% France   ·   22% nul   ·   20% Brésil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9A9A9A"/>
                </a:solidFill>
                <a:latin typeface="Segoe UI"/>
              </a:rPr>
              <a:t>Maquette indicative — le bandeau Score en direct, tel qu'il apparaît en Mode TV et sur l'accueil de l'app.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LE PARTI PRIS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Conçu pour celles et ceux qui n'aiment pas le foot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Dès l'inscription, tu choisis ton niveau : Expert ⚽ · Amateur 📺 · ou « Ambiance » 🎉.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9A9A9A"/>
                </a:solidFill>
                <a:latin typeface="Segoe UI"/>
              </a:rPr>
              <a:t>« Le foot ? Je viens pour les petits fours et l'équipe. » — et c'est totalement 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On peut gagner sans regarder un seul match.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Quiz, babyfoot, défis RSE, moments cultes : 65% des points sont hors-pronostics.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Aucun jargon, aucun gatekeeping.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Les tendances et les bonus rendent même les pronos accessibles à tous.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L'objectif est le lien, pas l'expertise.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Transversalité entre services, fun, et fierté d'équipe.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ET AUSSI…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Construit autrement : l'IA comme copilote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Canal Cup a été conçu en m'appuyant fortement sur des IA génératives (Claude, Gemini) comme partenaires de développement.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8C8C8"/>
                </a:solidFill>
                <a:latin typeface="Segoe UI"/>
              </a:rPr>
              <a:t>La vision produit, l'architecture, les arbitrages UX et la cohérence d'ensemble : ça, c'est humain.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500" b="1">
                <a:solidFill>
                  <a:srgbClr val="FFFFFF"/>
                </a:solidFill>
                <a:latin typeface="Segoe UI"/>
              </a:rPr>
              <a:t>Moi : le concept, l'expérience, le système de points RSE, les choix produit.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Du mode TV au scoring par équipes — chaque décision est dirigée.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500" b="1">
                <a:solidFill>
                  <a:srgbClr val="FFFFFF"/>
                </a:solidFill>
                <a:latin typeface="Segoe UI"/>
              </a:rPr>
              <a:t>L'IA : un accélérateur de conception, de prototypage et de code.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Une équipe technique augmentée, pas un bouton magique.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500" b="1">
                <a:solidFill>
                  <a:srgbClr val="FFFFFF"/>
                </a:solidFill>
                <a:latin typeface="Segoe UI"/>
              </a:rPr>
              <a:t>Le résultat : un vrai MVP en production.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Hébergé sur Vercel, base Supabase, vraie auth, données de matchs en direct.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500" b="1">
                <a:solidFill>
                  <a:srgbClr val="FFFFFF"/>
                </a:solidFill>
                <a:latin typeface="Segoe UI"/>
              </a:rPr>
              <a:t>Ce que ça dit pour Canal+ : on peut créer vite des expériences internes innovantes.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C'est sans doute l'enseignement le plus stratégique du projet.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868680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DD00"/>
                </a:solidFill>
                <a:latin typeface="Segoe UI"/>
              </a:rPr>
              <a:t>OÙ ON EN EST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 Black"/>
              </a:rPr>
              <a:t>Un MVP qui tourne, prêt à être joué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L'app est fonctionnelle et en ligne.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Pronostics, quiz, classement, mode TV, matinale IA : tout est branché.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Synchro des vrais matchs de la Coupe du Monde 2026.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Calendrier, scores, compositions — données réelles.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Prochaines étapes : tester en conditions réelles, animer, ajuster.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Recueillir vos retours pour la version « jour J ».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FFDD00"/>
                </a:solidFill>
                <a:latin typeface="Segoe UI"/>
              </a:rPr>
              <a:t>▸  </a:t>
            </a:r>
            <a:r>
              <a:rPr sz="1600" b="1">
                <a:solidFill>
                  <a:srgbClr val="FFFFFF"/>
                </a:solidFill>
                <a:latin typeface="Segoe UI"/>
              </a:rPr>
              <a:t>Il ne manque qu'une chose : vous.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8C8C8"/>
                </a:solidFill>
                <a:latin typeface="Segoe UI"/>
              </a:rPr>
              <a:t>      Plus on est d'équipes, plus c'est drôle.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 i="0">
                <a:solidFill>
                  <a:srgbClr val="FFFFFF"/>
                </a:solidFill>
                <a:latin typeface="Segoe UI Black"/>
              </a:rPr>
              <a:t>Prêts à jouer ?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DD00"/>
                </a:solidFill>
                <a:latin typeface="Segoe UI"/>
              </a:rPr>
              <a:t>Scannez le QR, formez votre binôme, et que le meilleur duo gagne.</a:t>
            </a:r>
          </a:p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9A9A9A"/>
                </a:solidFill>
                <a:latin typeface="Segoe UI"/>
              </a:rPr>
              <a:t>Des binômes. Un seul gagnant. Beaucoup de drama.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FFDD00"/>
                </a:solidFill>
                <a:latin typeface="Segoe UI Black"/>
              </a:rPr>
              <a:t>MERCI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C8C8C8"/>
                </a:solidFill>
                <a:latin typeface="Segoe UI"/>
              </a:rPr>
              <a:t>Canal Cup 2026 — vivons la Coupe du Monde ensemble.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A9A9A"/>
                </a:solidFill>
                <a:latin typeface="Segoe UI"/>
              </a:rPr>
              <a:t>CANAL CUP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9A9A"/>
                </a:solidFill>
                <a:latin typeface="Segoe U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